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A174E-0E55-44E8-BC38-BAAB56ADA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2D39B8-38E7-4874-A239-C3A845E64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B4170F-1773-49CF-A53A-264F19AF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612FC-1BF1-40EB-8FB9-3AF4B8BD0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6796B8-C2E2-4578-AB06-F789329C2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8081899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4BC0B-F5AE-4B97-88FE-9B89DE5F0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7969A-582E-4C06-B7C2-5925E5C92C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C264B-8EFE-47CA-8198-922113EA0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BADA4D-A9B1-474A-83B5-474B84873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AF438A-D7A5-481A-819A-108C6AFED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07056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C456C-9BB3-467E-99CD-28245672B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DB1B28-CC89-4536-92C3-21A3388E8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CD1A0-49EC-4181-AA32-23D1B6370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1FD218-A303-4D9C-8C5C-821D16BC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65BF7A-D3DC-4FA0-91B4-DB8C50B11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83618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46F5B-6F61-4876-899B-47922D332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437547-24DB-498E-9065-222E6B8DC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170932-7C97-4DF4-B723-305B79066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9D6081-E305-4112-B416-FC9FDE51B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649FFB-9F6F-42EE-9B0C-8B7ABBEF3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41C63F-EB9F-4C69-8E95-F024330C1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67444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FFAE8-9F4D-4465-BAC1-07E330610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BD8F1F-95EE-44D4-9E16-CF0D34C0C0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1B5C43-D42E-4C0A-91B1-23F0129F34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CA9BF7-C452-4233-BD2C-C0F444D7F4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0617D-AA2C-4F96-B938-2B775AFF2E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030192-FE31-4F59-A3EC-B75F0C38D3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0F6582-E959-4EE1-9114-AB492621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49C7D1-4954-44A5-910E-1AB503E82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61038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205EE-551B-45D5-BE8B-AF2172C37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4A559FC-F30A-444D-B615-71DC8AF7F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B9BC4-0C91-4AB6-BC07-971BA56AD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8546C-8605-456A-90FC-C0E4DCA4D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8818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508511-A17C-45BD-A407-78D6826BA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C65E5C-E4A6-4C69-9266-E112297AC3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33C6F-C7E0-4CB4-B57F-35FABFCE1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8136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6CC77-DB6A-4076-9225-8EA546864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0CEFA-1C8A-4C88-9EB3-0A550361DA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9D00F6-F845-4763-8541-1D75428521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1DE0B-0586-437F-B91B-A56D53B63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4DD1FC-61E5-4BAA-AC8E-410F1755E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48FDA2-DA35-4147-BFB9-1A2673F31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43308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2042B-BABE-43B2-8EA0-34352DF81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675FCB-2274-4251-A7EF-D0483B6AB4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EEBDA10-CB0E-40C2-A705-32BBACF9FD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81B49-628C-441A-A712-98F3D9EB3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7C633A-6409-454B-AD3F-752621EE0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5D138-B971-430B-9717-AD19F9E0F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138388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2C97A0-CFE0-44DB-921A-E8A51D356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B1AA75-7C4D-4A79-A888-C1AA787316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53EC6A-9210-4527-888E-84CB05063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2B07-DFE7-4F6F-B7E1-AD01DF4A5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F0FFBF-80E9-44C3-9EDE-11CE8FA78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182220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D4017D-BCA9-4907-84D8-A1E314CD68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8CC35-9590-4077-8CD3-E016AA364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606FA-686F-40F7-98F2-8E79628B2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9C0888-2051-42E2-9A53-11B485C80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25C1B6-07B8-4697-87FA-F1E7452A5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72340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978436-AB21-4ADC-AD1F-E299E9B26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048989-3289-4C0D-845E-41FC757B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8F37F-00C0-42EE-9CED-DC8FD8431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EAF12E-44A9-4B3D-BCD5-281C7A658107}" type="datetimeFigureOut">
              <a:rPr lang="en-MY" smtClean="0"/>
              <a:t>6/3/2026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789B2-672B-4653-8D32-B1D4DF6B86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33DA65-B3E2-40D2-989D-FF957FDFB7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09199A-63A9-42A6-BB5E-5262C8050E6A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7364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EA26842-44A1-4CDF-9F8E-402F43271F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703" y="0"/>
            <a:ext cx="10054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4540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97EFBC9-E799-4F2E-B557-70A52A87D3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7327" y="0"/>
            <a:ext cx="578712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816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Administrator</cp:lastModifiedBy>
  <cp:revision>1</cp:revision>
  <dcterms:created xsi:type="dcterms:W3CDTF">2026-03-06T01:51:52Z</dcterms:created>
  <dcterms:modified xsi:type="dcterms:W3CDTF">2026-03-06T01:52:04Z</dcterms:modified>
</cp:coreProperties>
</file>